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AF24-EBDA-09C5-0197-42B15C712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03816-A5A8-8003-6E07-6995F1FCF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ADF3C-D6B3-5CF0-B6DC-9AF623B2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358E9-34C7-6035-5867-A8AE9DB3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71DF-986D-5C19-1620-A6EBDD2B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06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1701-B4A8-DD1F-8399-B8582F4A6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5B6E-4A1E-7C4D-4B34-7170AC6A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821B-6CD2-E882-4CD5-01F43322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12B72-ED3D-C64D-519D-DAF6B4EF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02A1A-0CA7-1F75-2081-8F5574A6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18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BA48-CA99-9250-7E9E-7E60727F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75B5F-978C-1384-1F6C-5C34E3AA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59FF1-1048-9831-4AF3-DA8F2D82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2128A-1A9B-95B0-DC85-8363FEBC4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E8E26-06A4-0395-7DE4-2F59B4BF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494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80FD-6603-2080-DED5-B014353D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88B41-4FB9-70C6-9044-9B635C715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18BF2-8AD3-ACA4-3B7B-88FFDEFC1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AA5E4-72DB-5B04-7B03-F8125E91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C7BD0-B2F6-31B4-52B8-4D51A6E8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BC0A0-F51B-1631-DC71-2638494F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4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A18F-C53A-A6C8-8761-5FC29F482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4D217-4DEE-A0A7-B051-24ADB7D0A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4ECD9-F5C9-E47C-83A0-C0792E414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F40A0-6553-CAAD-16C8-B849AD5B4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DDB7D-4AC3-85FD-3C31-364C7CDE5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A92B3D-3665-969D-1262-FA3AD813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A8AEE-B0A4-9301-B1DF-9BCFD93A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DE2F6-CFF2-6F59-4F69-D8B2F6EE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8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FB4E-BE9E-D70E-AEC6-C0E864CE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7FB2C-4542-9D2D-F827-0B230202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54AA3-42B4-51F1-5EFC-678463E5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508A9-C7EA-8AF7-DE1C-EFCA018D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4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FAE5E-A585-BFF8-C3FD-87D6E2DB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B0901-652E-B5E3-52E3-2ACFDD48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E1BEB-74CB-E2B3-B17B-151A10D4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07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7F97-19FB-E2C4-ACD7-6C34B355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5AEF8-4532-28FA-3F91-68ECFEFB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DE986E-FE57-46B8-51CC-EA83750A5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B9C5A-E533-645A-8595-DECA8CE6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4B36E-DCDA-D3B3-9BF2-5C43D88C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68D1D-9CB8-10CF-6BE7-EFE161A1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2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E741-051B-74BA-4375-B1EF858D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3E2C87-EF13-77EC-F1C8-3BE68B9D0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DFA64-0260-8781-CA9C-69EE16031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31A71-2434-B2ED-FAE3-70D4A9AF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70439-89F9-01F4-D0C5-2FA757F3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F40B9-D754-FC89-C98D-A88564C1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09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CBA9B-4F1E-C7E9-C23E-B15C3436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94108-F95D-7A65-8C81-011BC0B65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D6F1D-4B48-187A-22B8-D3A9AEC88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7D571-97DC-0BAF-1AB1-92C28A4E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3B2C-850C-72F7-C735-C1667E5B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35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8D77B-E3E2-2E0D-651C-2DF7DACDE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21A99-ABF4-4A0A-6858-F894A05DD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1A5C-489C-3CC4-559D-11C5F17E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3DAE9-9A3D-DB83-C60F-0ED4CD50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48D5B-E7A3-F327-E2B0-D1492D3E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1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AD9E6-4083-579E-E3FD-D5B22A0A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095BF-89DF-2A92-0F2C-71A112063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FE0F9-F4E9-7C85-A99D-90428FA88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A4858-7579-4F85-A614-821CE9CC671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39C43-9B9A-CA82-3C89-ECDA76DCF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7FB7F-5245-E572-A46F-443CF5ECA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1FBE7-0E76-48F5-984A-88AEC62A85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04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5A643-01EB-9523-78F1-BEF0A11F5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0"/>
            <a:ext cx="12192000" cy="685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0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DB94B-6E82-CDB6-FCF7-00D9637B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3E4D6-D935-4137-D1D5-E83F2201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8" y="0"/>
            <a:ext cx="12083343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9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33B25-6C83-F401-B831-44F304BB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9EC25-45B5-BB7A-F275-9874C0AC9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" y="0"/>
            <a:ext cx="12180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6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06F8-1127-EB7D-6EFE-DF9D382DC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5E76D-224E-95AB-5B8B-947847958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" y="0"/>
            <a:ext cx="12165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7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8D01-664B-1349-5C6D-EF2ACDB3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F7C27-C131-F621-7048-16CE9042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" y="5347"/>
            <a:ext cx="12182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4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ABDE-1674-8D39-ACDA-E103296D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F9940-C4BF-E998-C80A-373E050A3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" y="0"/>
            <a:ext cx="12187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6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CEE0-6118-1B9D-C7F0-5FC56B4C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6D758-7CA7-3F40-49FB-BC213E95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3"/>
            <a:ext cx="12192000" cy="685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1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70DD-F37B-AE58-DC14-3243707A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6BFF6-5872-2D48-3AF0-B215ABD5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6"/>
            <a:ext cx="12192000" cy="68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5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7887-EA04-38D9-A48A-AA6DCACB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20C44-AFEE-2E37-1348-AD52DE76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1"/>
            <a:ext cx="12192000" cy="684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21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4CE4-A1FE-522D-5D59-10E283FE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DAAFA9-6A6F-B494-72BC-AAA012FAA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" y="0"/>
            <a:ext cx="12187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98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Raghvendra Singh</dc:creator>
  <cp:lastModifiedBy>Raghvendra Singh</cp:lastModifiedBy>
  <cp:revision>1</cp:revision>
  <dcterms:created xsi:type="dcterms:W3CDTF">2026-03-07T09:29:54Z</dcterms:created>
  <dcterms:modified xsi:type="dcterms:W3CDTF">2026-03-07T09:40:00Z</dcterms:modified>
</cp:coreProperties>
</file>